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68DE3-D810-4852-8365-F5F5733FDD3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66496-AA1D-476B-BF5E-1026F98BF12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Categorical data is transformed</a:t>
            </a:r>
            <a:r>
              <a:rPr lang="en-US" baseline="0" dirty="0" smtClean="0"/>
              <a:t> into numerical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66496-AA1D-476B-BF5E-1026F98BF12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KASAGA JOHN TRAVOR </a:t>
            </a:r>
            <a:br>
              <a:rPr lang="en-US" sz="3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2023-B222-10409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QUESTION 3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; APRIORI  ALGORITHM  PRESENTATION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transaction list</a:t>
            </a:r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83568" y="1484785"/>
          <a:ext cx="7272808" cy="4968554"/>
        </p:xfrm>
        <a:graphic>
          <a:graphicData uri="http://schemas.openxmlformats.org/drawingml/2006/table">
            <a:tbl>
              <a:tblPr firstRow="1" firstCol="1" bandRow="1"/>
              <a:tblGrid>
                <a:gridCol w="3636404"/>
                <a:gridCol w="3636404"/>
              </a:tblGrid>
              <a:tr h="4574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Transaction_ID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Items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6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Bread, Milk, Eggs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Bread, Butter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Milk, Diapers, Beer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6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Bread, Milk, Butter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Milk, Diapers, Bread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6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Beer, Diapers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Bread, Milk, Eggs, Butter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Eggs, Milk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6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Bread, Diapers, Beer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lang="en-US" sz="1100" kern="10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Milk, Butter</a:t>
                      </a:r>
                      <a:endParaRPr lang="en-US" sz="1100" kern="100" dirty="0">
                        <a:effectLst/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hot encoded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One hotecoded 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45" y="1217930"/>
            <a:ext cx="8140700" cy="4910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Frequent item  set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Frequent Item s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65" y="1198880"/>
            <a:ext cx="8217535" cy="4926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of association rules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SSOCIATION RU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85" y="1207770"/>
            <a:ext cx="8223250" cy="4913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Best three rules in accordance to lift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1880"/>
          </a:xfrm>
        </p:spPr>
        <p:txBody>
          <a:bodyPr/>
          <a:lstStyle/>
          <a:p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Rule 1</a:t>
            </a:r>
            <a:endParaRPr lang="en-US" alt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Beer →Diapers (lift=2.5); Every customer who buys Beer also buys Diapers 100% confident with beer and diapers strongly associated at a lift of 2.5.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Rule 2</a:t>
            </a:r>
            <a:endParaRPr lang="en-US" alt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Diapers →Beer(lift=2.5); Every customer who buys Diapers also buys Beer 75% confident with diapers and beer strongly associated at a lift of 2.5.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Rule 3</a:t>
            </a:r>
            <a:endParaRPr lang="en-US" alt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{Bread, Milk}→Eggs (lift = 1.6667); Every customer who buys Bread and Milk also buy Eggs 75% confident with {Bread, Milk} and Eggs strongly associated at a lift of 1.6667.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Bussiness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recommendations.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Product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placement; Beer and diapers should be placed near each other in order to increase customers’ convenience hence increasing sales.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Promotional strategy; The supermarket should offer bundle discounts on the sales with a higher lift for example, the one who buys diapers and beer is given a 10% discount of beer.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1233</Words>
  <Application>WPS Presentation</Application>
  <PresentationFormat>On-screen Show (4:3)</PresentationFormat>
  <Paragraphs>74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Times New Roman</vt:lpstr>
      <vt:lpstr>Calibri</vt:lpstr>
      <vt:lpstr>Microsoft YaHei</vt:lpstr>
      <vt:lpstr>Arial Unicode MS</vt:lpstr>
      <vt:lpstr>Communications and Dialogues</vt:lpstr>
      <vt:lpstr>KASAGA JOHN TRAVOR  2023-B222-10409</vt:lpstr>
      <vt:lpstr>Original transaction list</vt:lpstr>
      <vt:lpstr>One hot encoded data</vt:lpstr>
      <vt:lpstr>Frequent item  set</vt:lpstr>
      <vt:lpstr>Application of association rules</vt:lpstr>
      <vt:lpstr>Best three rules in accordance to lift</vt:lpstr>
      <vt:lpstr>Bussiness recommendations.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KASAGA JOHN TRAVOR  2023-B222-10409</dc:title>
  <dc:creator>Travor</dc:creator>
  <cp:lastModifiedBy>NSAMBA JOHNMARY</cp:lastModifiedBy>
  <cp:revision>4</cp:revision>
  <dcterms:created xsi:type="dcterms:W3CDTF">2025-12-12T14:04:00Z</dcterms:created>
  <dcterms:modified xsi:type="dcterms:W3CDTF">2025-12-13T11:01:40Z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C154A57F2A1843B4B3B03A91DB654947_12</vt:lpwstr>
  </property>
</Properties>
</file>